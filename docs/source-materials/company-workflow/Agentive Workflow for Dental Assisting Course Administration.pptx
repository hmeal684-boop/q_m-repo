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6" r:id="rId4"/>
    <p:sldId id="267" r:id="rId5"/>
    <p:sldId id="264" r:id="rId6"/>
    <p:sldId id="257" r:id="rId7"/>
    <p:sldId id="258" r:id="rId8"/>
    <p:sldId id="260" r:id="rId9"/>
    <p:sldId id="261" r:id="rId10"/>
    <p:sldId id="268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31243-80BC-4480-B805-9150E9D2F52D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957A2-96C0-4CCC-BE09-36EE8AAA84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169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B957A2-96C0-4CCC-BE09-36EE8AAA8474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620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3061-9224-1657-4B78-BFA157B65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AD22B-26D3-4684-2F4D-06E9448B0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45155-0A34-C09F-A199-F20CEFDE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0FABE-C1E7-D538-C197-DC5B1E87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5153-4ED7-ECB1-D47F-33E9AB25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537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804E-4629-1D3F-2E79-63C04DF0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6802-F5EB-4336-17EC-22DF2E5D5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D9CAF-3406-EDF0-75E9-AACE50D9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BBE8-729C-B204-62B2-BE432817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17D9-178B-5B91-DC25-E3B6C7C6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286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08DA-02C9-08A5-3076-42F618C17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EA76B-D652-DBD6-A30E-9EEDFE10A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1476-D6DA-4C12-21CA-82FCCBA2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76A9F-C86D-4122-441B-D75C4E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D55BE-3200-5891-FACF-917F9365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948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814A-E1CE-1A51-6940-A4BAA479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EE76F-136F-9CE7-D728-3B06144ED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6FF6F-8A19-1027-CD0C-5A20149FA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A7A56-C146-F475-4EB1-03B92A5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88E75-310D-E3C8-DFC6-7809B98B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1204F-1277-FD4E-B6A9-C02ED31E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573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2E95-FE50-CBAC-10DA-456C76E1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28B7A-0D42-1D4A-20C7-51A225BDF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F2002-FCD4-80C0-9E90-411DE99CD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6317B-B9FD-1F09-4BE1-766970F89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16000-ABBD-9274-CC0B-4455F3E56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60C35-A276-E0BD-8F76-2D139E843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185D8-5BE8-6726-711B-77DE6E0A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D1EB2-9560-E478-5340-F1681487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708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3D33-9C7C-FCD0-F9CD-26A4BCA9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75E68-E815-4A01-3E59-AEA40F00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640BD-8D11-BCF9-9D64-502DCECA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390BD-DF60-AB43-C4B0-F40F7D71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903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B109A-E443-F33D-C1F3-23355CB4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5086B-DEB9-11E3-4CC0-07820D0F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6CA10-2FC9-9400-DD8F-A1E8D194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48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E290-2E76-4493-CBA7-7E430BFA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DB28B-6DCE-9D87-D2B2-99E535799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EC2F2-AD06-C8B0-BE80-BCCD01F2A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7453E-0CB4-32FF-E9C8-50342654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728F9-8041-768D-F175-7974702B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92E87-1877-A3B1-41C1-E812997B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562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E9AA-D917-D96E-5FA7-EFE7A646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52A6E-B03D-295A-2CAB-1884CE93B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7DC04-D791-3CE0-21F0-4521D32C7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2391D-CF8D-5A1D-0FF3-2AED2946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FBF8A-64C4-7818-330A-01397DC4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6B9A2-9086-12EF-1F4C-B1F09BC1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496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9581-7F11-A7E0-08B6-5D479AB2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691C2-433C-8BF6-0C99-49C83C61C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22A4-3D88-651C-A9D1-AC77F35E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DCBA7-9981-847E-141A-A8B50FC7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8DC3-84E2-FC7A-2FF5-A210FD3E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659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A609A-423D-1D5E-C879-E56C94489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23FBE-B148-4F90-B262-0C6F65E3E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5433B-CB5D-EB6E-8A0F-4EA02726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1D5D-CAAC-FC79-80BD-EAFFF213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73F4A-47F5-EB05-223E-AC5B5610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993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69707-3FF3-4DE4-1C30-26E13218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C8C74-E124-F4ED-78BA-68F1384F0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10384-1258-974D-99E1-A72B49329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B718C-D007-4D0D-849C-33E9F6A45374}" type="datetimeFigureOut">
              <a:rPr lang="en-SG" smtClean="0"/>
              <a:t>18/5/2026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DFB4D-6812-A581-5077-CBE299C2E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8A9F-42D5-C94E-2A82-4136FBD1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1695C-6C8F-4C4B-BE99-385241ACBC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2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DBF1-BC9F-EA57-0DC6-1CA63972E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7933" y="18758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Agentive Workflow for Dental Assisting Course Administration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269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4DDA-866A-2344-4D48-BE7A3360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SG" dirty="0"/>
              <a:t>Step 1: Receiving enquiries from FB 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F4AF5-417E-CD1D-3637-DB621156D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7311"/>
            <a:ext cx="10515600" cy="1325564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000" dirty="0"/>
              <a:t>Upon receiving enquiries, Agent to send an introductory message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If no reply after 30 mins, send the first follow up message.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2</a:t>
            </a:r>
            <a:r>
              <a:rPr lang="en-SG" sz="2000" baseline="30000" dirty="0"/>
              <a:t>nd</a:t>
            </a:r>
            <a:r>
              <a:rPr lang="en-SG" sz="2000" dirty="0"/>
              <a:t> Follow up message: 1 day later.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3</a:t>
            </a:r>
            <a:r>
              <a:rPr lang="en-SG" sz="2000" baseline="30000" dirty="0"/>
              <a:t>rd</a:t>
            </a:r>
            <a:r>
              <a:rPr lang="en-SG" sz="2000" dirty="0"/>
              <a:t> Follow up message: 2 days later.</a:t>
            </a:r>
          </a:p>
          <a:p>
            <a:endParaRPr lang="en-SG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1D3512-EE85-520C-F715-104517ED4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404" y="1170300"/>
            <a:ext cx="9297698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8295-8787-122B-F1F8-21DAF939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lstStyle/>
          <a:p>
            <a:r>
              <a:rPr lang="en-SG" dirty="0"/>
              <a:t>Step 2a: Answering Participants 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9CFFC-E439-2DD8-34E0-41B5FF853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40" y="1168400"/>
            <a:ext cx="8625840" cy="560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5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C90CE5-1C42-19F7-E3AB-670C0B3E9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390" y="1134744"/>
            <a:ext cx="9167849" cy="55247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5CCDCC-D5A1-D87F-7FD5-4EA049C2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lstStyle/>
          <a:p>
            <a:r>
              <a:rPr lang="en-SG" dirty="0"/>
              <a:t>Step 2b: Answering Participants Queries</a:t>
            </a:r>
          </a:p>
        </p:txBody>
      </p:sp>
    </p:spTree>
    <p:extLst>
      <p:ext uri="{BB962C8B-B14F-4D97-AF65-F5344CB8AC3E}">
        <p14:creationId xmlns:p14="http://schemas.microsoft.com/office/powerpoint/2010/main" val="168560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0F83-3D0E-90F0-1B87-C0D0BBCA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-153035"/>
            <a:ext cx="10515600" cy="1325563"/>
          </a:xfrm>
        </p:spPr>
        <p:txBody>
          <a:bodyPr/>
          <a:lstStyle/>
          <a:p>
            <a:r>
              <a:rPr lang="en-SG" dirty="0"/>
              <a:t>Step 3: Ask candidate for details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6B3E5C-4E9A-5A15-645A-0672D50B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88" y="984568"/>
            <a:ext cx="7790223" cy="472027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D9ED8B-6CB5-D1EC-29B8-1EB9C28B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5873432"/>
            <a:ext cx="11811000" cy="12290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000" dirty="0"/>
              <a:t>Ask candidate for details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To confirm date selected for course and confirm amount via </a:t>
            </a:r>
            <a:r>
              <a:rPr lang="en-SG" sz="2000" dirty="0" err="1"/>
              <a:t>Paynow</a:t>
            </a:r>
            <a:r>
              <a:rPr lang="en-SG" sz="2000" dirty="0"/>
              <a:t> &amp; SFC</a:t>
            </a:r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16119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89835C-0127-8BCB-C5D4-5B47EB39F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97"/>
            <a:ext cx="12192000" cy="49964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FBAB95-1CB8-44A9-627D-E1B646EFABDA}"/>
              </a:ext>
            </a:extLst>
          </p:cNvPr>
          <p:cNvSpPr/>
          <p:nvPr/>
        </p:nvSpPr>
        <p:spPr>
          <a:xfrm>
            <a:off x="270933" y="2616199"/>
            <a:ext cx="11692467" cy="24553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93F709F-41B9-07BF-75C2-ADA6E982EC66}"/>
              </a:ext>
            </a:extLst>
          </p:cNvPr>
          <p:cNvSpPr/>
          <p:nvPr/>
        </p:nvSpPr>
        <p:spPr>
          <a:xfrm>
            <a:off x="5088467" y="1295400"/>
            <a:ext cx="694266" cy="125306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2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1B6C1A-A54A-A29A-13E4-5C90D808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31" y="-232414"/>
            <a:ext cx="12609010" cy="1325563"/>
          </a:xfrm>
        </p:spPr>
        <p:txBody>
          <a:bodyPr>
            <a:normAutofit/>
          </a:bodyPr>
          <a:lstStyle/>
          <a:p>
            <a:r>
              <a:rPr lang="en-SG" sz="4000" dirty="0"/>
              <a:t>Step 4: Agent to key in details into excel from </a:t>
            </a:r>
            <a:r>
              <a:rPr lang="en-SG" sz="4000" dirty="0" err="1"/>
              <a:t>whatsapp</a:t>
            </a:r>
            <a:endParaRPr lang="en-SG" sz="4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6165B8-8C4F-C5EE-164F-4D72C035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5873432"/>
            <a:ext cx="11811000" cy="12290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000" dirty="0"/>
              <a:t>Choose Master Invoice Tab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Agent to select appropriate selection from Course name, Key in Name, NRIC, invoice date, email, HP, email, DOB, amount from </a:t>
            </a:r>
            <a:r>
              <a:rPr lang="en-SG" sz="2000" dirty="0" err="1"/>
              <a:t>Paynow</a:t>
            </a:r>
            <a:r>
              <a:rPr lang="en-SG" sz="2000" dirty="0"/>
              <a:t> and SFC</a:t>
            </a:r>
          </a:p>
          <a:p>
            <a:pPr marL="514350" indent="-514350">
              <a:buFont typeface="+mj-lt"/>
              <a:buAutoNum type="arabicPeriod"/>
            </a:pPr>
            <a:endParaRPr lang="en-SG" sz="2000" dirty="0"/>
          </a:p>
          <a:p>
            <a:endParaRPr lang="en-SG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F70774-AC3B-AFDF-F76C-3FC2C5908D18}"/>
              </a:ext>
            </a:extLst>
          </p:cNvPr>
          <p:cNvSpPr/>
          <p:nvPr/>
        </p:nvSpPr>
        <p:spPr>
          <a:xfrm>
            <a:off x="1377387" y="5243332"/>
            <a:ext cx="1076446" cy="4806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B476E924-7FDD-D8E4-A751-6A99EE9D01FA}"/>
              </a:ext>
            </a:extLst>
          </p:cNvPr>
          <p:cNvSpPr/>
          <p:nvPr/>
        </p:nvSpPr>
        <p:spPr>
          <a:xfrm>
            <a:off x="2604304" y="5112276"/>
            <a:ext cx="1863524" cy="65257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56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D465A-9A3F-F3C2-4B13-723B32DB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4E682-0E24-B4D8-E527-3B00FF994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105"/>
            <a:ext cx="12192000" cy="55757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33467AE-8F80-B515-1377-7B611880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3058"/>
            <a:ext cx="10515600" cy="1325563"/>
          </a:xfrm>
        </p:spPr>
        <p:txBody>
          <a:bodyPr/>
          <a:lstStyle/>
          <a:p>
            <a:r>
              <a:rPr lang="en-SG" dirty="0"/>
              <a:t>Step 5: Agent to generate invoice using excel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26BE2-7D7A-3BA2-B835-455F0DBC7104}"/>
              </a:ext>
            </a:extLst>
          </p:cNvPr>
          <p:cNvSpPr/>
          <p:nvPr/>
        </p:nvSpPr>
        <p:spPr>
          <a:xfrm>
            <a:off x="173620" y="5011839"/>
            <a:ext cx="12192000" cy="2430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6DAAB-0602-3EA3-2EAF-368CE94C73BB}"/>
              </a:ext>
            </a:extLst>
          </p:cNvPr>
          <p:cNvSpPr/>
          <p:nvPr/>
        </p:nvSpPr>
        <p:spPr>
          <a:xfrm>
            <a:off x="7697165" y="5903089"/>
            <a:ext cx="347240" cy="43983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9ACB7CE-6917-4243-0F7A-92E60F88E55E}"/>
              </a:ext>
            </a:extLst>
          </p:cNvPr>
          <p:cNvSpPr/>
          <p:nvPr/>
        </p:nvSpPr>
        <p:spPr>
          <a:xfrm>
            <a:off x="-173620" y="3457132"/>
            <a:ext cx="716666" cy="1519179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1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1959D741-4E48-43A4-BD53-931E5C7EDB91}"/>
              </a:ext>
            </a:extLst>
          </p:cNvPr>
          <p:cNvSpPr/>
          <p:nvPr/>
        </p:nvSpPr>
        <p:spPr>
          <a:xfrm>
            <a:off x="8095526" y="5764193"/>
            <a:ext cx="787079" cy="71763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3BB91C4-3742-0BFB-F076-55686EF30A2A}"/>
              </a:ext>
            </a:extLst>
          </p:cNvPr>
          <p:cNvSpPr txBox="1">
            <a:spLocks/>
          </p:cNvSpPr>
          <p:nvPr/>
        </p:nvSpPr>
        <p:spPr>
          <a:xfrm>
            <a:off x="554620" y="6342927"/>
            <a:ext cx="11811000" cy="1229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SG" sz="2000" dirty="0"/>
              <a:t>Choose invoice number and save PDF</a:t>
            </a:r>
          </a:p>
          <a:p>
            <a:pPr marL="514350" indent="-514350">
              <a:buFont typeface="+mj-lt"/>
              <a:buAutoNum type="arabicPeriod"/>
            </a:pPr>
            <a:endParaRPr lang="en-SG" sz="2000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987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9C1F2A-DEE9-7F4F-2A9C-5F2D4541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652"/>
            <a:ext cx="8602275" cy="5639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DE8136-141D-3098-A73F-6D3986F1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574" y="590311"/>
            <a:ext cx="4865732" cy="578734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938267F-1438-46E0-F9B2-57121DCD2DC6}"/>
              </a:ext>
            </a:extLst>
          </p:cNvPr>
          <p:cNvSpPr/>
          <p:nvPr/>
        </p:nvSpPr>
        <p:spPr>
          <a:xfrm>
            <a:off x="7917083" y="5497336"/>
            <a:ext cx="1932972" cy="4806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810687-4C0E-15A2-6FBA-C803C241598F}"/>
              </a:ext>
            </a:extLst>
          </p:cNvPr>
          <p:cNvSpPr/>
          <p:nvPr/>
        </p:nvSpPr>
        <p:spPr>
          <a:xfrm>
            <a:off x="10497785" y="4863462"/>
            <a:ext cx="1076446" cy="126774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9DA48A-C9D2-52FD-4937-9B3544FD6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1137" y="2759643"/>
            <a:ext cx="3501860" cy="219094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000" dirty="0"/>
              <a:t>Agent to chop </a:t>
            </a:r>
            <a:r>
              <a:rPr lang="en-SG" sz="2000" dirty="0" err="1"/>
              <a:t>co’s</a:t>
            </a:r>
            <a:r>
              <a:rPr lang="en-SG" sz="2000" dirty="0"/>
              <a:t> stamp, insert e-signature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000" dirty="0"/>
              <a:t>Email to candidate on instructions to submit claim in SSG portal</a:t>
            </a:r>
          </a:p>
          <a:p>
            <a:pPr marL="514350" indent="-514350">
              <a:buFont typeface="+mj-lt"/>
              <a:buAutoNum type="arabicPeriod"/>
            </a:pPr>
            <a:endParaRPr lang="en-SG" sz="2000" dirty="0"/>
          </a:p>
          <a:p>
            <a:endParaRPr lang="en-SG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EC8A7EA-2188-C9B1-C651-B872AEDC3A3A}"/>
              </a:ext>
            </a:extLst>
          </p:cNvPr>
          <p:cNvSpPr/>
          <p:nvPr/>
        </p:nvSpPr>
        <p:spPr>
          <a:xfrm>
            <a:off x="9850055" y="821805"/>
            <a:ext cx="1076446" cy="1085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1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DDBF6B3-68AB-EE19-7684-48CE7D9AF9FD}"/>
              </a:ext>
            </a:extLst>
          </p:cNvPr>
          <p:cNvSpPr/>
          <p:nvPr/>
        </p:nvSpPr>
        <p:spPr>
          <a:xfrm>
            <a:off x="4301137" y="821805"/>
            <a:ext cx="1076446" cy="1085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2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E25A679-F472-65F6-7D22-E4782B73E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3058"/>
            <a:ext cx="10515600" cy="1325563"/>
          </a:xfrm>
        </p:spPr>
        <p:txBody>
          <a:bodyPr/>
          <a:lstStyle/>
          <a:p>
            <a:r>
              <a:rPr lang="en-SG" dirty="0"/>
              <a:t>Step 5: Agent to email candidate Invoice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58495-0D54-D941-0CF5-FDBF2EBE624D}"/>
              </a:ext>
            </a:extLst>
          </p:cNvPr>
          <p:cNvSpPr/>
          <p:nvPr/>
        </p:nvSpPr>
        <p:spPr>
          <a:xfrm>
            <a:off x="4166886" y="2291787"/>
            <a:ext cx="3865944" cy="2488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1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0F34-24E0-0E16-BAFF-08E0B902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Step 6: Candidate to email agent screenshots</a:t>
            </a:r>
            <a:br>
              <a:rPr lang="en-SG" dirty="0"/>
            </a:b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E96DC-C793-7C8E-AA1F-6ED2DCC5C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9" y="1223955"/>
            <a:ext cx="7483033" cy="283930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9B5E15-5525-18B5-3232-7CFF96AA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43331"/>
            <a:ext cx="10515600" cy="933631"/>
          </a:xfrm>
        </p:spPr>
        <p:txBody>
          <a:bodyPr/>
          <a:lstStyle/>
          <a:p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38C280-5F4C-D5BB-4E76-4AD950ED7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451" y="1027906"/>
            <a:ext cx="1979271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5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4EE0-A982-225C-EBC2-8C7948870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272" y="2430840"/>
            <a:ext cx="4085865" cy="172447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SG" dirty="0"/>
              <a:t>Invoice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 err="1"/>
              <a:t>Paynow</a:t>
            </a:r>
            <a:r>
              <a:rPr lang="en-SG" dirty="0"/>
              <a:t> Screenshot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SFC Screenshot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AE42A6-74F7-A1CD-56BD-C37226FF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dirty="0"/>
              <a:t>Step 7: Agent to save screenshot in OneDrive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612F5-7B54-D9D1-AACC-A7D96659A5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6"/>
          <a:stretch>
            <a:fillRect/>
          </a:stretch>
        </p:blipFill>
        <p:spPr>
          <a:xfrm>
            <a:off x="6331353" y="1027906"/>
            <a:ext cx="5204116" cy="58300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44A51F-94D8-8B05-CE74-BB1718E20A1E}"/>
              </a:ext>
            </a:extLst>
          </p:cNvPr>
          <p:cNvSpPr/>
          <p:nvPr/>
        </p:nvSpPr>
        <p:spPr>
          <a:xfrm>
            <a:off x="7106856" y="2604304"/>
            <a:ext cx="1979271" cy="266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3AB02-D51E-477A-4F1A-843D8C3D3C5A}"/>
              </a:ext>
            </a:extLst>
          </p:cNvPr>
          <p:cNvSpPr/>
          <p:nvPr/>
        </p:nvSpPr>
        <p:spPr>
          <a:xfrm>
            <a:off x="7106855" y="6299260"/>
            <a:ext cx="1979271" cy="411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5FF37414-CD5D-E942-F905-916F8BB511DF}"/>
              </a:ext>
            </a:extLst>
          </p:cNvPr>
          <p:cNvSpPr/>
          <p:nvPr/>
        </p:nvSpPr>
        <p:spPr>
          <a:xfrm>
            <a:off x="9155571" y="2546431"/>
            <a:ext cx="856526" cy="38196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890DA577-D95E-145C-8BA9-087348FD6164}"/>
              </a:ext>
            </a:extLst>
          </p:cNvPr>
          <p:cNvSpPr/>
          <p:nvPr/>
        </p:nvSpPr>
        <p:spPr>
          <a:xfrm>
            <a:off x="9086126" y="6211396"/>
            <a:ext cx="856526" cy="38196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 &amp; 3</a:t>
            </a:r>
          </a:p>
        </p:txBody>
      </p:sp>
    </p:spTree>
    <p:extLst>
      <p:ext uri="{BB962C8B-B14F-4D97-AF65-F5344CB8AC3E}">
        <p14:creationId xmlns:p14="http://schemas.microsoft.com/office/powerpoint/2010/main" val="3339448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053FF2-2DA6-1FFE-A091-E6EDC3EDD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63" y="1669079"/>
            <a:ext cx="10083073" cy="482379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9CE8A7-98EE-E4FD-0EAB-3EDCCF49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dirty="0"/>
              <a:t>Step 8: Agent to email candidate confirmation</a:t>
            </a:r>
          </a:p>
        </p:txBody>
      </p:sp>
    </p:spTree>
    <p:extLst>
      <p:ext uri="{BB962C8B-B14F-4D97-AF65-F5344CB8AC3E}">
        <p14:creationId xmlns:p14="http://schemas.microsoft.com/office/powerpoint/2010/main" val="129306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DEB14-F805-1447-8CBE-1F876F0A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88" y="1967677"/>
            <a:ext cx="9529823" cy="47622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D9FEE17-EEB7-C192-E760-E4E8CD3A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dirty="0"/>
              <a:t>Step 9: Agent to key in participants in </a:t>
            </a:r>
            <a:r>
              <a:rPr lang="en-SG" dirty="0" err="1"/>
              <a:t>Timetree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086A81-7EFA-AE80-4F7C-3DA1BD8FEA6C}"/>
              </a:ext>
            </a:extLst>
          </p:cNvPr>
          <p:cNvSpPr/>
          <p:nvPr/>
        </p:nvSpPr>
        <p:spPr>
          <a:xfrm>
            <a:off x="8125428" y="5636871"/>
            <a:ext cx="2639028" cy="567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FFB9B2F-2912-5C78-1C74-9B8247CC0D4E}"/>
              </a:ext>
            </a:extLst>
          </p:cNvPr>
          <p:cNvSpPr/>
          <p:nvPr/>
        </p:nvSpPr>
        <p:spPr>
          <a:xfrm>
            <a:off x="9896354" y="3148314"/>
            <a:ext cx="964557" cy="2395959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620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C45213C60554419DA2990BDF41F947" ma:contentTypeVersion="13" ma:contentTypeDescription="Create a new document." ma:contentTypeScope="" ma:versionID="bbefda8c9c604f89f630cabbbc26b30d">
  <xsd:schema xmlns:xsd="http://www.w3.org/2001/XMLSchema" xmlns:xs="http://www.w3.org/2001/XMLSchema" xmlns:p="http://schemas.microsoft.com/office/2006/metadata/properties" xmlns:ns2="96f42d8e-7a28-441e-9088-10fb45110327" xmlns:ns3="3087b5e3-6f44-4143-b986-f326e80746be" targetNamespace="http://schemas.microsoft.com/office/2006/metadata/properties" ma:root="true" ma:fieldsID="95a2c0a2ffd925136382eb3a568fbb89" ns2:_="" ns3:_="">
    <xsd:import namespace="96f42d8e-7a28-441e-9088-10fb45110327"/>
    <xsd:import namespace="3087b5e3-6f44-4143-b986-f326e80746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f42d8e-7a28-441e-9088-10fb451103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f32dd49d-b479-439d-b81d-a49051be95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7b5e3-6f44-4143-b986-f326e80746b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c718220-5962-4674-a099-201964162ff7}" ma:internalName="TaxCatchAll" ma:showField="CatchAllData" ma:web="3087b5e3-6f44-4143-b986-f326e80746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087b5e3-6f44-4143-b986-f326e80746be" xsi:nil="true"/>
    <lcf76f155ced4ddcb4097134ff3c332f xmlns="96f42d8e-7a28-441e-9088-10fb451103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8383F3-7FBF-4666-98A2-ADA39C0266A8}"/>
</file>

<file path=customXml/itemProps2.xml><?xml version="1.0" encoding="utf-8"?>
<ds:datastoreItem xmlns:ds="http://schemas.openxmlformats.org/officeDocument/2006/customXml" ds:itemID="{8811B4A4-85CA-43C8-80D5-DB2D7BFEF332}"/>
</file>

<file path=customXml/itemProps3.xml><?xml version="1.0" encoding="utf-8"?>
<ds:datastoreItem xmlns:ds="http://schemas.openxmlformats.org/officeDocument/2006/customXml" ds:itemID="{531A4086-A69E-4AB7-9231-A3F3C19C095D}"/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235</Words>
  <Application>Microsoft Office PowerPoint</Application>
  <PresentationFormat>Widescreen</PresentationFormat>
  <Paragraphs>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Agentive Workflow for Dental Assisting Course Administration</vt:lpstr>
      <vt:lpstr>Step 1: Receiving enquiries from FB Ads</vt:lpstr>
      <vt:lpstr>Step 2a: Answering Participants Queries</vt:lpstr>
      <vt:lpstr>Step 2b: Answering Participants Queries</vt:lpstr>
      <vt:lpstr>Step 3: Ask candidate for details</vt:lpstr>
      <vt:lpstr>Step 4: Agent to key in details into excel from whatsapp</vt:lpstr>
      <vt:lpstr>Step 5: Agent to generate invoice using excel</vt:lpstr>
      <vt:lpstr>Step 5: Agent to email candidate Invoice</vt:lpstr>
      <vt:lpstr>Step 6: Candidate to email agent screenshots </vt:lpstr>
      <vt:lpstr>Step 7: Agent to save screenshot in OneDrive Folder</vt:lpstr>
      <vt:lpstr>Step 8: Agent to email candidate confirmation</vt:lpstr>
      <vt:lpstr>Step 9: Agent to key in participants in Timetree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</dc:creator>
  <cp:lastModifiedBy>Christina</cp:lastModifiedBy>
  <cp:revision>1</cp:revision>
  <dcterms:created xsi:type="dcterms:W3CDTF">2026-05-18T09:37:28Z</dcterms:created>
  <dcterms:modified xsi:type="dcterms:W3CDTF">2026-05-18T10:16:31Z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0x01010045C45213C60554419DA2990BDF41F947</vt:lpwstr>
  </property>
</Properties>
</file>